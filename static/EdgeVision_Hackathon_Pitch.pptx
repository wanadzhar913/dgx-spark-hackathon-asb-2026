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SAY THIS (30 seconds):</a:t>
            </a:r>
          </a:p>
          <a:p>
            <a:r>
              <a:t>'Every hospital, warehouse, and factory has dozens of security cameras. Right now, they have a big problem: human guards get tired and miss accidents, while sending live video to the cloud costs over $14,000 every month and slows down the internet. We built EdgeVision. It puts smart vision AI directly on local NVIDIA chips. It catches hazards in one second, costs $0 in cloud bills, and your private video never leaves the building.'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SAY THIS (40 seconds):</a:t>
            </a:r>
          </a:p>
          <a:p>
            <a:r>
              <a:t>'Right now, security cameras are passive. They only record accidents after they happen.</a:t>
            </a:r>
          </a:p>
          <a:p>
            <a:r>
              <a:t>Why can't companies just connect them to cloud AI like ChatGPT or AWS?</a:t>
            </a:r>
          </a:p>
          <a:p>
            <a:r>
              <a:t>1. It is way too expensive: sending 50 video streams to the cloud costs over $14,000 every single month.</a:t>
            </a:r>
          </a:p>
          <a:p>
            <a:r>
              <a:t>2. It chokes internet bandwidth: video files are huge, and factories or warehouses don't have super-fast fiber.</a:t>
            </a:r>
          </a:p>
          <a:p>
            <a:r>
              <a:t>3. Privacy: Banks, hospitals, and factories cannot send confidential video to outside servers.</a:t>
            </a:r>
          </a:p>
          <a:p>
            <a:r>
              <a:t>And when you rely on humans, guards get tired after 20 minutes and miss almost everything.'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SAY THIS (45 seconds):</a:t>
            </a:r>
          </a:p>
          <a:p>
            <a:r>
              <a:t>'Here is how simple EdgeVision is:</a:t>
            </a:r>
          </a:p>
          <a:p>
            <a:r>
              <a:t>1. It connects to the cameras you already have.</a:t>
            </a:r>
          </a:p>
          <a:p>
            <a:r>
              <a:t>2. Instead of streaming heavy video, it checks a smart picture every 1.5 seconds.</a:t>
            </a:r>
          </a:p>
          <a:p>
            <a:r>
              <a:t>3. Local NVIDIA chips analyze the scene using Vision AI.</a:t>
            </a:r>
          </a:p>
          <a:p>
            <a:r>
              <a:t>4. If there is a hazard, our dashboard highlights it with a red box.</a:t>
            </a:r>
          </a:p>
          <a:p>
            <a:r>
              <a:t>5. It sends an instant WhatsApp or Slack alert to the manager in less than 1.2 seconds.</a:t>
            </a:r>
          </a:p>
          <a:p>
            <a:r>
              <a:t>Everything stays on-premise—fast, reliable, and completely private.'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SAY THIS (45 seconds):</a:t>
            </a:r>
          </a:p>
          <a:p>
            <a:r>
              <a:t>'Older computer vision tools are fragile—you need one model for helmets, another for fire, another for people.</a:t>
            </a:r>
          </a:p>
          <a:p>
            <a:r>
              <a:t>With NVIDIA Vision LLMs, one model understands everything.</a:t>
            </a:r>
          </a:p>
          <a:p>
            <a:r>
              <a:t>Here are 4 live examples happening right now in our demo:</a:t>
            </a:r>
          </a:p>
          <a:p>
            <a:r>
              <a:t>1. Camera 1: A worker forgot their hard hat near a heavy crane.</a:t>
            </a:r>
          </a:p>
          <a:p>
            <a:r>
              <a:t>2. Camera 2: An unauthorized stranger walking in the server room at 3 AM.</a:t>
            </a:r>
          </a:p>
          <a:p>
            <a:r>
              <a:t>3. Camera 3: A slippery chemical spill right where forklifts drive.</a:t>
            </a:r>
          </a:p>
          <a:p>
            <a:r>
              <a:t>4. Camera 4: Boxes piled high blocking the emergency fire exit.</a:t>
            </a:r>
          </a:p>
          <a:p>
            <a:r>
              <a:t>And if you want to detect smoking or running tomorrow, you just type it in plain English!'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SAY THIS (45 seconds):</a:t>
            </a:r>
          </a:p>
          <a:p>
            <a:r>
              <a:t>'When judges ask why you can't just use guards or cloud AI, point right to this slide:</a:t>
            </a:r>
          </a:p>
          <a:p>
            <a:r>
              <a:t>- Human guards cost $12,000 every month and take 20 minutes to notice hazards.</a:t>
            </a:r>
          </a:p>
          <a:p>
            <a:r>
              <a:t>- Cloud AI like AWS or OpenAI costs over $14,000 every month, slows down internet, and sends private video outside.</a:t>
            </a:r>
          </a:p>
          <a:p>
            <a:r>
              <a:t>- EdgeVision on NVIDIA hardware costs $0 in monthly cloud bills, reacts in 1 second, needs 0 internet, and is 100% private.'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SAY THIS (30 seconds):</a:t>
            </a:r>
          </a:p>
          <a:p>
            <a:r>
              <a:t>'To wrap up: EdgeVision turns regular cameras into an autonomous safety center.</a:t>
            </a:r>
          </a:p>
          <a:p>
            <a:r>
              <a:t>It saves $170,000 every year in cloud bills for a typical 50-camera facility,</a:t>
            </a:r>
          </a:p>
          <a:p>
            <a:r>
              <a:t>cuts accident response time from 30 minutes down to 1 second, and sets up in just 1 day.</a:t>
            </a:r>
          </a:p>
          <a:p>
            <a:r>
              <a:t>Now let's switch to our live demo. We invite the judges to step in front of our camera and see it work in real time!'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1">
                <a:solidFill>
                  <a:srgbClr val="76B900"/>
                </a:solidFill>
                <a:latin typeface="Arial"/>
              </a:defRPr>
            </a:pPr>
            <a:r>
              <a:t>●  NVIDIA AI HACKATHON // EDGE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400" b="1"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Smart Security for Every Camera,
Powered by </a:t>
            </a:r>
            <a:r>
              <a:rPr>
                <a:solidFill>
                  <a:srgbClr val="76B900"/>
                </a:solidFill>
              </a:rPr>
              <a:t>NVIDIA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>
                <a:solidFill>
                  <a:srgbClr val="94A3B8"/>
                </a:solidFill>
                <a:latin typeface="Arial"/>
              </a:defRPr>
            </a:pPr>
            <a:r>
              <a:t>Stops workplace accidents and break-ins in real time. Zero cloud fees. Zero slow internet. 100% private.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2468880" cy="2194560"/>
          </a:xfrm>
          <a:prstGeom prst="roundRect">
            <a:avLst/>
          </a:prstGeom>
          <a:solidFill>
            <a:srgbClr val="161D2C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60520"/>
            <a:ext cx="2011680" cy="1737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400" b="1">
                <a:solidFill>
                  <a:srgbClr val="76B900"/>
                </a:solidFill>
                <a:latin typeface="Arial"/>
              </a:defRPr>
            </a:pPr>
            <a:r>
              <a:t>$0</a:t>
            </a:r>
          </a:p>
          <a:p>
            <a:pPr>
              <a:spcBef>
                <a:spcPts val="800"/>
              </a:spcBef>
              <a:defRPr sz="1000" b="1">
                <a:solidFill>
                  <a:srgbClr val="76B900"/>
                </a:solidFill>
                <a:latin typeface="Arial"/>
              </a:defRPr>
            </a:pPr>
            <a:r>
              <a:t>NO CLOUD FEES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Runs locally. No monthly OpenAI or AWS bills.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931920"/>
            <a:ext cx="2468880" cy="2194560"/>
          </a:xfrm>
          <a:prstGeom prst="roundRect">
            <a:avLst/>
          </a:prstGeom>
          <a:solidFill>
            <a:srgbClr val="161D2C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4160520"/>
            <a:ext cx="2011680" cy="1737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Arial"/>
              </a:defRPr>
            </a:pPr>
            <a:r>
              <a:t>1 Second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INSTANT ALERTS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Catches danger and notifies staff immediately.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2468880" cy="2194560"/>
          </a:xfrm>
          <a:prstGeom prst="roundRect">
            <a:avLst/>
          </a:prstGeom>
          <a:solidFill>
            <a:srgbClr val="161D2C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60520"/>
            <a:ext cx="2011680" cy="1737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Arial"/>
              </a:defRPr>
            </a:pPr>
            <a:r>
              <a:t>All Cameras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RUNS TOGETHER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Spreads the camera workload across NVIDIA GPUs.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931920"/>
            <a:ext cx="2468880" cy="2194560"/>
          </a:xfrm>
          <a:prstGeom prst="roundRect">
            <a:avLst/>
          </a:prstGeom>
          <a:solidFill>
            <a:srgbClr val="161D2C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4160520"/>
            <a:ext cx="2011680" cy="1737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Arial"/>
              </a:defRPr>
            </a:pPr>
            <a:r>
              <a:t>100% Private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SAFE &amp; AIR-GAPPED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Private video stays inside your building.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76B900"/>
                </a:solidFill>
                <a:latin typeface="Arial"/>
              </a:defRPr>
            </a:pPr>
            <a:r>
              <a:t>●  THE PROBLEM // WHY SECURITY IS FAILING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Why </a:t>
            </a:r>
            <a:r>
              <a:rPr>
                <a:solidFill>
                  <a:srgbClr val="76B900"/>
                </a:solidFill>
              </a:rPr>
              <a:t>Today's Security Cameras</a:t>
            </a:r>
            <a:r>
              <a:rPr>
                <a:solidFill>
                  <a:srgbClr val="F8FAFC"/>
                </a:solidFill>
              </a:rPr>
              <a:t> Are 'Dumb'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Companies have thousands of cameras, but they only record video for after something goes wrong.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64992" cy="3017520"/>
          </a:xfrm>
          <a:prstGeom prst="roundRect">
            <a:avLst/>
          </a:prstGeom>
          <a:solidFill>
            <a:srgbClr val="161D2C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816352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F8FAFC"/>
                </a:solidFill>
                <a:latin typeface="Arial"/>
              </a:defRPr>
            </a:pPr>
            <a:r>
              <a:t>💸  Way Too Expensive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Streaming 50 camera feeds to cloud AI costs over $14,000 every month in token fees. That is $170,000+ every single year.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286000"/>
            <a:ext cx="3364992" cy="3017520"/>
          </a:xfrm>
          <a:prstGeom prst="roundRect">
            <a:avLst/>
          </a:prstGeom>
          <a:solidFill>
            <a:srgbClr val="161D2C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560320"/>
            <a:ext cx="2816352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F8FAFC"/>
                </a:solidFill>
                <a:latin typeface="Arial"/>
              </a:defRPr>
            </a:pPr>
            <a:r>
              <a:t>🛑  Chokes the Internet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Live video is heavy. Streaming dozens of cameras slows down the whole company network, causing lag and lost footage.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2286000"/>
            <a:ext cx="3364992" cy="3017520"/>
          </a:xfrm>
          <a:prstGeom prst="roundRect">
            <a:avLst/>
          </a:prstGeom>
          <a:solidFill>
            <a:srgbClr val="161D2C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2560320"/>
            <a:ext cx="2816352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F8FAFC"/>
                </a:solidFill>
                <a:latin typeface="Arial"/>
              </a:defRPr>
            </a:pPr>
            <a:r>
              <a:t>🔒  Not Safe for Private Sites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Hospitals, factories, and banks cannot legally upload security footage to outside cloud companies.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23121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62356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ECACA"/>
                </a:solidFill>
                <a:latin typeface="Arial"/>
              </a:defRPr>
            </a:pPr>
            <a:r>
              <a:t>⚠️  The Human Guard Problem: Studies show human security guards miss up to 95% of events on screens after watching monitors for just 20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76B900"/>
                </a:solidFill>
                <a:latin typeface="Arial"/>
              </a:defRPr>
            </a:pPr>
            <a:r>
              <a:t>●  THE SOLUTION // HOW EDGEVISION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How </a:t>
            </a:r>
            <a:r>
              <a:rPr>
                <a:solidFill>
                  <a:srgbClr val="76B900"/>
                </a:solidFill>
              </a:rPr>
              <a:t>EdgeVision Works</a:t>
            </a:r>
            <a:r>
              <a:rPr>
                <a:solidFill>
                  <a:srgbClr val="F8FAFC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We put smart Vision AI right on local NVIDIA graphics cards inside the building.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874519" cy="1645920"/>
          </a:xfrm>
          <a:prstGeom prst="roundRect">
            <a:avLst/>
          </a:prstGeom>
          <a:solidFill>
            <a:srgbClr val="161D2C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377440"/>
            <a:ext cx="1655063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rial"/>
              </a:defRPr>
            </a:pPr>
            <a:r>
              <a:t>1. YOUR CAMERAS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Connects to any</a:t>
            </a:r>
            <a:br/>
            <a:r>
              <a:t>standard CCTV 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2743200"/>
            <a:ext cx="338328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7" y="2194560"/>
            <a:ext cx="1874519" cy="1645920"/>
          </a:xfrm>
          <a:prstGeom prst="roundRect">
            <a:avLst/>
          </a:prstGeom>
          <a:solidFill>
            <a:srgbClr val="161D2C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4095" y="2377440"/>
            <a:ext cx="1655063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rial"/>
              </a:defRPr>
            </a:pPr>
            <a:r>
              <a:t>2. SMART SAMPLER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Checks a picture</a:t>
            </a:r>
            <a:br/>
            <a:r>
              <a:t>every 1.5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6" y="2743200"/>
            <a:ext cx="338328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4" y="2194560"/>
            <a:ext cx="1874519" cy="1645920"/>
          </a:xfrm>
          <a:prstGeom prst="roundRect">
            <a:avLst/>
          </a:prstGeom>
          <a:solidFill>
            <a:srgbClr val="102018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6942" y="2377440"/>
            <a:ext cx="1655063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1">
                <a:solidFill>
                  <a:srgbClr val="76B900"/>
                </a:solidFill>
                <a:latin typeface="Arial"/>
              </a:defRPr>
            </a:pPr>
            <a:r>
              <a:t>3. NVIDIA AI CHIP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Spots danger locally</a:t>
            </a:r>
            <a:br/>
            <a:r>
              <a:t>using Vision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3" y="2743200"/>
            <a:ext cx="338328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70061" y="2194560"/>
            <a:ext cx="1874519" cy="1645920"/>
          </a:xfrm>
          <a:prstGeom prst="roundRect">
            <a:avLst/>
          </a:prstGeom>
          <a:solidFill>
            <a:srgbClr val="161D2C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89" y="2377440"/>
            <a:ext cx="1655063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rial"/>
              </a:defRPr>
            </a:pPr>
            <a:r>
              <a:t>4. LIVE DASHBOARD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Draws box on hazard</a:t>
            </a:r>
            <a:br/>
            <a:r>
              <a:t>with safety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0" y="2743200"/>
            <a:ext cx="338328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2908" y="2194560"/>
            <a:ext cx="1874519" cy="1645920"/>
          </a:xfrm>
          <a:prstGeom prst="roundRect">
            <a:avLst/>
          </a:prstGeom>
          <a:solidFill>
            <a:srgbClr val="161D2C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36" y="2377440"/>
            <a:ext cx="1655063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rial"/>
              </a:defRPr>
            </a:pPr>
            <a:r>
              <a:t>5. INSTANT ALERT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Sends phone alert &amp;</a:t>
            </a:r>
            <a:br/>
            <a:r>
              <a:t>sounds local alarm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61D2C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434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6B900"/>
                </a:solidFill>
                <a:latin typeface="Arial"/>
              </a:defRPr>
            </a:pPr>
            <a:r>
              <a:t>⚡  Uses Multiple NVIDIA GPUs Together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EdgeVision splits your camera feeds across multiple graphics cards. GPU 0 monitors active factory zones, while GPU 1 monitors fire doors and hallways. It runs cool and never slows down.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8095" y="4114800"/>
            <a:ext cx="5212080" cy="2103120"/>
          </a:xfrm>
          <a:prstGeom prst="roundRect">
            <a:avLst/>
          </a:prstGeom>
          <a:solidFill>
            <a:srgbClr val="161D2C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6695" y="43434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6B900"/>
                </a:solidFill>
                <a:latin typeface="Arial"/>
              </a:defRPr>
            </a:pPr>
            <a:r>
              <a:t>📋  Clear Action Steps, Not False Alarms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Every alert tells the supervisor: What is wrong, where it happened, how urgent it is, and the exact action to take (e.g. 'Sound buzzer on Line 1' or 'Clean spill on Aisle 4').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76B900"/>
                </a:solidFill>
                <a:latin typeface="Arial"/>
              </a:defRPr>
            </a:pPr>
            <a:r>
              <a:t>●  WHAT IT CATCHES // REAL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One AI Model for </a:t>
            </a:r>
            <a:r>
              <a:rPr>
                <a:solidFill>
                  <a:srgbClr val="76B900"/>
                </a:solidFill>
              </a:rPr>
              <a:t>Every Threat</a:t>
            </a:r>
            <a:r>
              <a:rPr>
                <a:solidFill>
                  <a:srgbClr val="F8FAFC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Old tools need a different model for each problem. EdgeVision understands everything using one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468880" cy="3291840"/>
          </a:xfrm>
          <a:prstGeom prst="roundRect">
            <a:avLst/>
          </a:prstGeom>
          <a:solidFill>
            <a:srgbClr val="161D2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514600"/>
            <a:ext cx="2066544" cy="2834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CAM-01 // DANGER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  <a:latin typeface="Arial"/>
              </a:defRPr>
            </a:pPr>
            <a:r>
              <a:t>Worker Missing Hard Hat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Worker walking under heavy crane without a helmet. High safety risk.</a:t>
            </a:r>
          </a:p>
          <a:p>
            <a:pPr>
              <a:spcBef>
                <a:spcPts val="1600"/>
              </a:spcBef>
              <a:defRPr sz="1100" b="1">
                <a:solidFill>
                  <a:srgbClr val="76B900"/>
                </a:solidFill>
                <a:latin typeface="Arial"/>
              </a:defRPr>
            </a:pPr>
            <a:r>
              <a:t>●  Accuracy: 98.4%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286000"/>
            <a:ext cx="2468880" cy="3291840"/>
          </a:xfrm>
          <a:prstGeom prst="roundRect">
            <a:avLst/>
          </a:prstGeom>
          <a:solidFill>
            <a:srgbClr val="161D2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2514600"/>
            <a:ext cx="2066544" cy="2834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CAM-02 // DANGER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  <a:latin typeface="Arial"/>
              </a:defRPr>
            </a:pPr>
            <a:r>
              <a:t>After-Hours Intruder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Unknown person spotted inside restricted server vault at 3:14 AM.</a:t>
            </a:r>
          </a:p>
          <a:p>
            <a:pPr>
              <a:spcBef>
                <a:spcPts val="1600"/>
              </a:spcBef>
              <a:defRPr sz="1100" b="1">
                <a:solidFill>
                  <a:srgbClr val="76B900"/>
                </a:solidFill>
                <a:latin typeface="Arial"/>
              </a:defRPr>
            </a:pPr>
            <a:r>
              <a:t>●  Accuracy: 97.1%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2468880" cy="3291840"/>
          </a:xfrm>
          <a:prstGeom prst="roundRect">
            <a:avLst/>
          </a:prstGeom>
          <a:solidFill>
            <a:srgbClr val="161D2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514600"/>
            <a:ext cx="2066544" cy="2834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CAM-03 // WARNING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  <a:latin typeface="Arial"/>
              </a:defRPr>
            </a:pPr>
            <a:r>
              <a:t>Liquid Spill on Floor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Chemical spill spreading near forklift lane. High slip and crash risk.</a:t>
            </a:r>
          </a:p>
          <a:p>
            <a:pPr>
              <a:spcBef>
                <a:spcPts val="1600"/>
              </a:spcBef>
              <a:defRPr sz="1100" b="1">
                <a:solidFill>
                  <a:srgbClr val="76B900"/>
                </a:solidFill>
                <a:latin typeface="Arial"/>
              </a:defRPr>
            </a:pPr>
            <a:r>
              <a:t>●  Accuracy: 94.2%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286000"/>
            <a:ext cx="2468880" cy="3291840"/>
          </a:xfrm>
          <a:prstGeom prst="roundRect">
            <a:avLst/>
          </a:prstGeom>
          <a:solidFill>
            <a:srgbClr val="161D2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62288" y="2514600"/>
            <a:ext cx="2066544" cy="2834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CAM-04 // WARNING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  <a:latin typeface="Arial"/>
              </a:defRPr>
            </a:pPr>
            <a:r>
              <a:t>Fire Exit Blocked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Cardboard boxes piled up blocking the emergency exit door by 75%.</a:t>
            </a:r>
          </a:p>
          <a:p>
            <a:pPr>
              <a:spcBef>
                <a:spcPts val="1600"/>
              </a:spcBef>
              <a:defRPr sz="1100" b="1">
                <a:solidFill>
                  <a:srgbClr val="76B900"/>
                </a:solidFill>
                <a:latin typeface="Arial"/>
              </a:defRPr>
            </a:pPr>
            <a:r>
              <a:t>●  Accuracy: 96.3%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  <a:latin typeface="Arial"/>
              </a:defRPr>
            </a:pPr>
            <a:r>
              <a:t>💡  Super Easy to Customize: Want to spot people smoking or phone use on the job? Just tell the AI in plain English—no retraining required!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76B900"/>
                </a:solidFill>
                <a:latin typeface="Arial"/>
              </a:defRPr>
            </a:pPr>
            <a:r>
              <a:t>●  COMPARISON // WHY WE ARE 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Why EdgeVision </a:t>
            </a:r>
            <a:r>
              <a:rPr>
                <a:solidFill>
                  <a:srgbClr val="76B900"/>
                </a:solidFill>
              </a:rPr>
              <a:t>Beats the Rest</a:t>
            </a:r>
            <a:r>
              <a:rPr>
                <a:solidFill>
                  <a:srgbClr val="F8FAFC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 clear comparison against human guards and cloud-based AI.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9456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651760"/>
                <a:gridCol w="2773375"/>
              </a:tblGrid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WHAT MATTERS</a:t>
                      </a:r>
                    </a:p>
                  </a:txBody>
                  <a:tcPr anchor="ctr"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HUMAN SECURITY GUARDS</a:t>
                      </a:r>
                    </a:p>
                  </a:txBody>
                  <a:tcPr anchor="ctr"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CLOUD AI (AWS / OPENAI)</a:t>
                      </a:r>
                    </a:p>
                  </a:txBody>
                  <a:tcPr anchor="ctr"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EDGEVISION (NVIDIA LOCAL)</a:t>
                      </a:r>
                    </a:p>
                  </a:txBody>
                  <a:tcPr anchor="ctr">
                    <a:solidFill>
                      <a:srgbClr val="1E3414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Monthly Cost (50 Cams)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$12,000+ (Staff wages)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$14,280+ (API + Data bills)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$0 (Runs on local hardware)</a:t>
                      </a:r>
                    </a:p>
                  </a:txBody>
                  <a:tcPr anchor="ctr">
                    <a:solidFill>
                      <a:srgbClr val="101C14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Reaction Speed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15 to 45 minutes late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4 to 6 seconds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Under 1.2 seconds (Instant)</a:t>
                      </a:r>
                    </a:p>
                  </a:txBody>
                  <a:tcPr anchor="ctr">
                    <a:solidFill>
                      <a:srgbClr val="101C14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Internet Required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Chokes your internet line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0 internet needed (Offline)</a:t>
                      </a:r>
                    </a:p>
                  </a:txBody>
                  <a:tcPr anchor="ctr">
                    <a:solidFill>
                      <a:srgbClr val="101C14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Video Privacy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Private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❌ Risky (Leaves the building)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✅ 100% Private &amp; Air-Gapped</a:t>
                      </a:r>
                    </a:p>
                  </a:txBody>
                  <a:tcPr anchor="ctr">
                    <a:solidFill>
                      <a:srgbClr val="101C14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What Happens on Danger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Slow phone calls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Just sends an email</a:t>
                      </a:r>
                    </a:p>
                  </a:txBody>
                  <a:tcPr anchor="ctr">
                    <a:solidFill>
                      <a:srgbClr val="161D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Loud buzzer + Instant alert</a:t>
                      </a:r>
                    </a:p>
                  </a:txBody>
                  <a:tcPr anchor="ctr">
                    <a:solidFill>
                      <a:srgbClr val="101C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76B900"/>
                </a:solidFill>
                <a:latin typeface="Arial"/>
              </a:defRPr>
            </a:pPr>
            <a:r>
              <a:t>●  THE VALUE // READY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Safer Workplaces. </a:t>
            </a:r>
            <a:r>
              <a:rPr>
                <a:solidFill>
                  <a:srgbClr val="76B900"/>
                </a:solidFill>
              </a:rPr>
              <a:t>$170K Saved Every Year.</a:t>
            </a:r>
            <a:r>
              <a:rPr>
                <a:solidFill>
                  <a:srgbClr val="F8FAFC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Works immediately with the cameras and NVIDIA hardware companies already have.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64992" cy="2286000"/>
          </a:xfrm>
          <a:prstGeom prst="roundRect">
            <a:avLst/>
          </a:prstGeom>
          <a:solidFill>
            <a:srgbClr val="161D2C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907792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76B900"/>
                </a:solidFill>
                <a:latin typeface="Arial"/>
              </a:defRPr>
            </a:pPr>
            <a:r>
              <a:t>Instant</a:t>
            </a:r>
          </a:p>
          <a:p>
            <a:pPr>
              <a:spcBef>
                <a:spcPts val="800"/>
              </a:spcBef>
              <a:defRPr sz="1000" b="1">
                <a:solidFill>
                  <a:srgbClr val="76B900"/>
                </a:solidFill>
                <a:latin typeface="Arial"/>
              </a:defRPr>
            </a:pPr>
            <a:r>
              <a:t>ACCIDENT PREVENTION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Spots hazards before injuries happen, saving lives and avoiding fines.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194560"/>
            <a:ext cx="3364992" cy="2286000"/>
          </a:xfrm>
          <a:prstGeom prst="roundRect">
            <a:avLst/>
          </a:prstGeom>
          <a:solidFill>
            <a:srgbClr val="161D2C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423160"/>
            <a:ext cx="2907792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$171,000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SAVED EVERY YEAR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No recurring cloud fees for a standard 50-camera workplace.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2194560"/>
            <a:ext cx="3364992" cy="2286000"/>
          </a:xfrm>
          <a:prstGeom prst="roundRect">
            <a:avLst/>
          </a:prstGeom>
          <a:solidFill>
            <a:srgbClr val="161D2C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4" y="2423160"/>
            <a:ext cx="2907792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1 Day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EASY SETUP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Plugs directly into the cameras companies already own today.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01C14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920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🎯  Let's See the Live Demo!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Our live camera matrix and NVIDIA cluster are running right now. Step in front of our webcam or pick any camera feed to watch EdgeVision detect hazards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